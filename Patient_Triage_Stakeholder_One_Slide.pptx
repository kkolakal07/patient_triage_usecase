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7680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AI-Powered Patient Complaint and Incident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4DFEC"/>
                </a:solidFill>
              </a:rPr>
              <a:t>Stakeholder overview: faster intake, safer prioritization, clearer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365760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481328"/>
            <a:ext cx="336499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Complaint and incident review is manual, inconsistent, and slow.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High-risk cases can sit in queues without timely escalation.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Teams spend time sorting reports instead of acting on them.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Leaders have limited visibility into trends, bottlenecks, and risk exposure.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97280"/>
            <a:ext cx="365760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18872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897B"/>
                </a:solidFill>
              </a:rPr>
              <a:t>Benefits /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481328"/>
            <a:ext cx="336499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Accelerates triage from hours or days to near real time.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Improves consistency in classification and urgency decisions.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Supports patient safety, service recovery, and compliance response.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Reduces administrative burden and creates cleaner data for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65760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18872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62FF"/>
                </a:solidFill>
              </a:rPr>
              <a:t>Solution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481328"/>
            <a:ext cx="336499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Incident category and severity classification.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Priority score and urgency flag for follow-up timing.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Recommended routing to the right operational owner.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Summary, root-cause cues, and immediate action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154680"/>
            <a:ext cx="758952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27355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300"/>
                </a:solidFill>
              </a:rPr>
              <a:t>How It Works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675887"/>
            <a:ext cx="411480" cy="41148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398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611880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</a:rPr>
              <a:t>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3867912"/>
            <a:ext cx="118872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6"/>
                </a:solidFill>
              </a:rPr>
              <a:t>Complaint or incident is submitted from any intake channel.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3730752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962FF"/>
                </a:solidFill>
              </a:rPr>
              <a:t>&gt;</a:t>
            </a:r>
          </a:p>
        </p:txBody>
      </p:sp>
      <p:sp>
        <p:nvSpPr>
          <p:cNvPr id="22" name="Oval 21"/>
          <p:cNvSpPr/>
          <p:nvPr/>
        </p:nvSpPr>
        <p:spPr>
          <a:xfrm>
            <a:off x="2331720" y="3675887"/>
            <a:ext cx="411480" cy="41148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37398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3611880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</a:rP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62072" y="3867912"/>
            <a:ext cx="118872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6"/>
                </a:solidFill>
              </a:rPr>
              <a:t>LLM reviews narrative details, entities, and risk indicators.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3730752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962FF"/>
                </a:solidFill>
              </a:rPr>
              <a:t>&gt;</a:t>
            </a:r>
          </a:p>
        </p:txBody>
      </p:sp>
      <p:sp>
        <p:nvSpPr>
          <p:cNvPr id="27" name="Oval 26"/>
          <p:cNvSpPr/>
          <p:nvPr/>
        </p:nvSpPr>
        <p:spPr>
          <a:xfrm>
            <a:off x="4160520" y="3675887"/>
            <a:ext cx="411480" cy="41148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37398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3611880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</a:rPr>
              <a:t>Prioritize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3867912"/>
            <a:ext cx="118872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6"/>
                </a:solidFill>
              </a:rPr>
              <a:t>System scores urgency based on harm, recurrence, and impact.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3288" y="3730752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962FF"/>
                </a:solidFill>
              </a:rPr>
              <a:t>&gt;</a:t>
            </a:r>
          </a:p>
        </p:txBody>
      </p:sp>
      <p:sp>
        <p:nvSpPr>
          <p:cNvPr id="32" name="Oval 31"/>
          <p:cNvSpPr/>
          <p:nvPr/>
        </p:nvSpPr>
        <p:spPr>
          <a:xfrm>
            <a:off x="5989320" y="3675887"/>
            <a:ext cx="411480" cy="41148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373989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611880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</a:rPr>
              <a:t>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3867912"/>
            <a:ext cx="118872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876"/>
                </a:solidFill>
              </a:rPr>
              <a:t>Case is assigned or escalated to the right team with rationale.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154680"/>
            <a:ext cx="3657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1" y="324612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D4E"/>
                </a:solidFill>
              </a:rPr>
              <a:t>Next Steps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3538728"/>
            <a:ext cx="336499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Validate with a pilot set of historical complaints and incident reports.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Define routing rules, review thresholds, and governance owners.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Integrate with intake workflow and reporting dashboards.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Measure impact on turnaround time, safety escalation, and staff effort.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473952"/>
            <a:ext cx="11521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Outcome: a scalable intake layer that helps teams identify the right case, at the right priority, with the right owner.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